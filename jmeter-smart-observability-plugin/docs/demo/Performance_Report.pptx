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11176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 sz="3200" b="true">
                <a:solidFill>
                  <a:srgbClr val="1E293B"/>
                </a:solidFill>
              </a:rPr>
              <a:t>Performance Test Verdict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270000" y="1524000"/>
            <a:ext cx="11176000" cy="482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 sz="1600">
                <a:solidFill>
                  <a:srgbClr val="1E293B"/>
                </a:solidFill>
              </a:rPr>
              <a:t>demo-checkout-load-2.0.3  ·  staging  ·  smart-shop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11176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 sz="2800" b="true">
                <a:solidFill>
                  <a:srgbClr val="F59E0B"/>
                </a:solidFill>
              </a:rPr>
              <a:t>Verdict: GO_WITH_CONDITIONS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1778000"/>
            <a:ext cx="11176000" cy="482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 sz="1600">
                <a:solidFill>
                  <a:srgbClr val="1E293B"/>
                </a:solidFill>
              </a:rPr>
              <a:t>Production confidence: 74.2 / 100</a:t>
            </a:r>
          </a:p>
          <a:p>
            <a:r>
              <a:rPr lang="en-US" sz="1600">
                <a:solidFill>
                  <a:srgbClr val="1E293B"/>
                </a:solidFill>
              </a:rPr>
              <a:t>Risk score: 25.8 / 100</a:t>
            </a:r>
          </a:p>
          <a:p>
            <a:r>
              <a:rPr lang="en-US" sz="1600">
                <a:solidFill>
                  <a:srgbClr val="1E293B"/>
                </a:solidFill>
              </a:rPr>
              <a:t/>
            </a:r>
          </a:p>
          <a:p>
            <a:r>
              <a:rPr lang="en-US" sz="1600">
                <a:solidFill>
                  <a:srgbClr val="1E293B"/>
                </a:solidFill>
              </a:rPr>
              <a:t>SLA holds on 4/5 transactions; /payment p99 breach and 1.8% checkout errors require a canary rollout.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11176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 sz="2800" b="true">
                <a:solidFill>
                  <a:srgbClr val="1E293B"/>
                </a:solidFill>
              </a:rPr>
              <a:t>Health Scores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1778000"/>
            <a:ext cx="11176000" cy="482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 sz="1600">
                <a:solidFill>
                  <a:srgbClr val="1E293B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11176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 sz="2800" b="true">
                <a:solidFill>
                  <a:srgbClr val="1E293B"/>
                </a:solidFill>
              </a:rPr>
              <a:t>Top Findings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1778000"/>
            <a:ext cx="11176000" cy="482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 sz="1600">
                <a:solidFill>
                  <a:srgbClr val="1E293B"/>
                </a:solidFill>
              </a:rPr>
              <a:t>• [HIGH] payment p99 breach  (latency)</a:t>
            </a:r>
          </a:p>
          <a:p>
            <a:r>
              <a:rPr lang="en-US" sz="1600">
                <a:solidFill>
                  <a:srgbClr val="1E293B"/>
                </a:solidFill>
              </a:rPr>
              <a:t>• [MEDIUM] checkout error rate 3.1%  (reliability)</a:t>
            </a:r>
          </a:p>
          <a:p>
            <a:r>
              <a:rPr lang="en-US" sz="1600">
                <a:solidFill>
                  <a:srgbClr val="1E293B"/>
                </a:solidFill>
              </a:rPr>
              <a:t>• [MEDIUM] heavy tail on /payment (p99 = 4.5x p95)  (latency)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11176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 sz="2800" b="true">
                <a:solidFill>
                  <a:srgbClr val="1E293B"/>
                </a:solidFill>
              </a:rPr>
              <a:t>Rollout Plan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1778000"/>
            <a:ext cx="11176000" cy="482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r>
              <a:rPr lang="en-US" sz="1600">
                <a:solidFill>
                  <a:srgbClr val="1E293B"/>
                </a:solidFill>
              </a:rPr>
              <a:t>• Canary 10% for 60 min with elevated dashboards</a:t>
            </a:r>
          </a:p>
          <a:p>
            <a:r>
              <a:rPr lang="en-US" sz="1600">
                <a:solidFill>
                  <a:srgbClr val="1E293B"/>
                </a:solidFill>
              </a:rPr>
              <a:t>• Ramp to 50% if p95 stays under 800 ms</a:t>
            </a:r>
          </a:p>
          <a:p>
            <a:r>
              <a:rPr lang="en-US" sz="1600">
                <a:solidFill>
                  <a:srgbClr val="1E293B"/>
                </a:solidFill>
              </a:rPr>
              <a:t>• Full rollout once error rate &lt; 0.3%</a:t>
            </a:r>
          </a:p>
          <a:p>
            <a:r>
              <a:rPr lang="en-US" sz="1600">
                <a:solidFill>
                  <a:srgbClr val="1E293B"/>
                </a:solidFill>
              </a:rPr>
              <a:t/>
            </a:r>
          </a:p>
          <a:p>
            <a:r>
              <a:rPr lang="en-US" sz="1600">
                <a:solidFill>
                  <a:srgbClr val="1E293B"/>
                </a:solidFill>
              </a:rPr>
              <a:t>Rollback triggers:</a:t>
            </a:r>
          </a:p>
          <a:p>
            <a:r>
              <a:rPr lang="en-US" sz="1600">
                <a:solidFill>
                  <a:srgbClr val="1E293B"/>
                </a:solidFill>
              </a:rPr>
              <a:t>• checkout p95 &gt; 1500 ms</a:t>
            </a:r>
          </a:p>
          <a:p>
            <a:r>
              <a:rPr lang="en-US" sz="1600">
                <a:solidFill>
                  <a:srgbClr val="1E293B"/>
                </a:solidFill>
              </a:rPr>
              <a:t>• payment errors &gt; 3%</a:t>
            </a:r>
          </a:p>
          <a:p>
            <a:r>
              <a:rPr lang="en-US" sz="1600">
                <a:solidFill>
                  <a:srgbClr val="1E293B"/>
                </a:solidFill>
              </a:rPr>
              <a:t>• any CloudWatch alarm ALARM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